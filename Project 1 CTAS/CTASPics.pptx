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3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5820-7238-9328-8E67-4DEC9796C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F7655-F039-B504-8555-FA66611F1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3A307-0252-002C-D5FA-E71B55BD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11B9B-D164-E27E-5A04-505E87D35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D98D8-F3D4-D826-BC95-F3ABF895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3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1EA9-04E6-5344-E107-A871B43B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D9E0-1416-83EA-95E5-4EFE05FEA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3E66A-4C56-761F-7201-84322A38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A5A96-0606-5037-7772-4FE43EFC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79888-635D-AB01-BBF9-98D5F8E5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5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A928-083D-A5B7-476B-B5BD0CB1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1A6EB-BD7E-3C1E-6C7E-83EC77503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85A9D-E346-3FF8-80B8-95C033CC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56B79-84F4-7239-5781-2DA46422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B6D4F-1A43-BC38-FD83-34975BB3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9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57B32-C34F-BB94-A14B-6BC28561B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A9931-B6A5-4976-1A96-AAA307E62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0254F-F2C5-B807-E056-8E3AB9261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9AF3E-545C-4FA8-420D-58F93A96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F1A94-C717-2F00-D807-800F8460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601AC-8309-C9DA-72EA-307E77E8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6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1397A-509D-BF6C-A6B9-D6EE183C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482F3-B436-9655-0F75-1C8D2DEF8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A1BB7-14CA-5CE0-D739-88823DA02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B920F-BBB6-DC56-1E87-1F59EA3BF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9D30D-78AA-0F0F-82A9-BCCA4EA86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D3A8BB-A850-50E0-19FB-89CA8229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F091DE-CF7E-EE16-6579-ACE43156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87CCC-3F1B-E836-A214-4814292E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7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4FC7-AFA3-8F68-7226-8C5727C9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6CCEB-9F38-E591-D503-3F79FF34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A4636-1D96-5E57-D3C4-E6B96E64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00181-A804-CA2C-057D-08C7D8FF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2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80A67-2A50-2D8E-BEC8-E8C6E29A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C5B7F-E9E8-6406-E7E2-76349B96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02C17-0741-5E2A-1586-4F742DA9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3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89AE-53C7-0F65-F8EF-85272419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AEBCE-AFC1-DF2A-91F6-00D7DE41B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F514E-E3E2-5BE1-9D1F-3D0586B0F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A56DE-4EA6-326C-40E5-AD06F213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98C56-3C59-FFC4-C2BD-CEFDEAF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31308-3C7B-152E-CD64-271EBCE3B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5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85DF-19DC-578C-229E-AAE4FC796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606A63-933E-F800-330D-3F6438AFEB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4CCFD-0B2E-D636-8C44-63693B116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754E3-4859-D09E-286C-3BA8031BA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C95D4-23D5-1E56-F6D7-CF664C81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A8874-003E-714E-4DC0-6E55735D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1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7BB7-F48C-37D2-EBD0-87FB234B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64B08-8C2B-0196-2BAA-1613D8F2C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63990-5498-8BEA-C59B-EC205CE30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286C8-AEBB-9D7C-F5EC-E24E15A2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3F8BF-DC6C-710A-B8B7-F9175EB90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8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0629C-6C19-3C4A-6741-1D9788265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BC9A8-EF36-FD95-B1FD-295465B66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7537A-C137-8BFD-E0E9-2312C5EA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35131-4D80-F3A0-C7C6-AECFFD25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86BD5-4131-0A6E-285C-DCD4929E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2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C1260-D8A8-4272-4FB3-A6A834FE0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57357-CF3F-6AC2-70EA-6565C4552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DE303-BA0C-B8AE-2D46-57530DDEE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642B8-0AD6-4DF0-A2EB-AD9AFE8E70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C6FCB-FDC1-4FE3-8963-975DC3A57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DE5D8-2580-7F44-43E4-106D19BC9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E2D1B-C84A-4946-83FA-55F41A7CE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0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3D1414-9610-6390-20C5-007A21F41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475" y="1466850"/>
            <a:ext cx="76390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8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08377-40E9-17FF-18E0-7AC02B4A1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37" y="2076450"/>
            <a:ext cx="968692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0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D2E32-8434-C1A3-6CE9-FC9634A15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37" y="1652587"/>
            <a:ext cx="701992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DE2B77-C1A6-D1A9-8A69-FB55CB504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057400"/>
            <a:ext cx="7315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7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6D0BE5-F618-1DE3-1FD2-ECA88C2F0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514600"/>
            <a:ext cx="7315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5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0E061-49FB-3978-2985-195D53033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057400"/>
            <a:ext cx="7315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87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Goodman</dc:creator>
  <cp:lastModifiedBy>Don Goodman</cp:lastModifiedBy>
  <cp:revision>1</cp:revision>
  <dcterms:created xsi:type="dcterms:W3CDTF">2026-05-18T12:27:10Z</dcterms:created>
  <dcterms:modified xsi:type="dcterms:W3CDTF">2026-05-18T12:28:30Z</dcterms:modified>
</cp:coreProperties>
</file>