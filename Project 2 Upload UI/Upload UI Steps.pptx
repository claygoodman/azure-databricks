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3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7F3D4-EA1F-12DF-ED88-D33FAA912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9B75C-E048-9396-59C2-162AB1D5F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CFB27-BD08-578E-2C7D-74597055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83188-5F34-3900-BA83-2905C4F0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8F65A-32B0-B46C-884E-FDECDEDA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53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3059-E601-5C7D-B32A-196A9FDA2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ABE45-1606-6852-CA69-C4692ACE4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4F25D-0539-7C8A-C9BD-33FF5FF7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B0070-3CF2-28B1-0BBD-E34690EC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2B618-DFC4-437A-8963-4268E899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6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BAF9-4842-3042-07D3-E78FD6D05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E4936-8A6A-696B-3393-338A64A5F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60DE7-08DE-C2AF-B697-46FF048A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AE592-7286-E392-F488-436CE4AB2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9BC19-7086-3CBC-A607-D01F7395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0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5CF5-9095-7D87-6493-F598268D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43EF0-91AE-213F-CC0D-F4D590E55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692BA-D80C-ABB0-E04F-46505CC1A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8F006-8E4A-566C-4810-BA31089E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20BE1-B510-428F-3736-34A0C47F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5FA1-0282-01DA-8FE6-A95B4BBE7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1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1FF54-C294-C707-0FB7-29BB1E5BA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E4850-745E-35F2-055D-B2887FCAD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82C9D-1A0B-55F0-7C55-DBFA6C809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CA66D-BC33-39C5-3195-1F599182B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B93559-5283-1AFD-1542-2AF5527DB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B6F5A-609B-44B2-7D4F-39E60A3C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DE33D-FC70-7299-39B2-59DF05A9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C3572-9DAD-9201-2E98-F4E1FD19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6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BBFD-B9E6-D564-6DE3-E86EE250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01BDC-BFDC-FB8A-E0A1-C933F0B4B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9DFF3-A598-6E25-D7D3-D20EB95A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C5C63-697C-F80A-8A49-31DD6133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9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467211-95CC-93A0-A715-E01E8F325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7CA1C-6B5A-0C99-2441-680EBC10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C1E19-9136-1E0C-1CEE-05E731384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05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A466A-61C9-F044-A310-9FC2B1645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E0A92-1288-10E1-2995-E4CFF74F3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DE4EA-2D78-1F89-19D7-B5164EC97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014DB-BD5C-8C16-9C48-9B07150B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D4BD0-77D7-27B6-39A4-D52BC488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29616-573A-73FC-D2F4-FED38869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3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5A38-7C69-5E6F-73A0-11B8D67A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10769E-05D4-EFE3-A6E3-3EFF6BF2E1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A44D0-04E7-549C-91C5-128F34D9D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402B6-C9E3-12EC-F47F-EF7CD199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55DEE-D627-66FA-3A2A-1EB18C86D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2FB4C-49A1-7A79-B9E0-903F47B7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3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A6EB-37A1-42CC-E62D-BE4EA70A2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BEBDD-8E02-A811-EB47-B45AEDB44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F282E-A541-B775-1F19-C97903D3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B9394-906F-F57D-74F6-B1188CFE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4468A-DDB6-7C4B-2389-D43B0FA6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75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4DA9F3-FE9A-4684-266B-05734B59E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2E4BA-D9EF-A49D-8C18-8C3361090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3B0A6-1662-8784-8B83-523E23903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48152-7412-6CD1-0D05-B60F266C3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7D97B-96AC-078F-5138-5EB347A91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50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68E27-F4A8-4B4F-5E35-B4A1C749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6CE59-94F6-88D1-453E-453C22B98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1701C-A234-A390-8D0D-7638DC1E22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CF662-B86A-436F-8B3F-FC327AEA069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083C6-F704-4561-F6B2-A7F5A38B3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88EBB-E2F1-0D82-E574-2CA0EBDFC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F76C9-490C-49A7-8F61-F8BC52EEF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040638-0C17-A0E7-30E6-549BCBFF2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286000"/>
            <a:ext cx="4572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8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E662C-CE12-2677-A32D-5C6140981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2514600"/>
            <a:ext cx="6400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8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0735A6-0A61-279A-2507-2505281D1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857500"/>
            <a:ext cx="4572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0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50463-E399-D514-C12B-73E457C35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43000"/>
            <a:ext cx="10972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194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536B9-5072-5092-3ADE-F28694C6B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675" y="2100262"/>
            <a:ext cx="672465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25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16956-53A4-AF32-943E-84761691E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487" y="738187"/>
            <a:ext cx="743902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EDDC8-6EF2-D662-AF36-43986577B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6002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34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Goodman</dc:creator>
  <cp:lastModifiedBy>Don Goodman</cp:lastModifiedBy>
  <cp:revision>1</cp:revision>
  <dcterms:created xsi:type="dcterms:W3CDTF">2026-05-18T15:03:55Z</dcterms:created>
  <dcterms:modified xsi:type="dcterms:W3CDTF">2026-05-18T15:05:22Z</dcterms:modified>
</cp:coreProperties>
</file>