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5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EE23-9637-B39B-CDE2-78F2A0ABF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2CF03-D696-E4A1-8195-705AFCDE1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799BF-8837-02D2-49C9-D59CB2E3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13494-FB51-2F00-02B8-B6CB9D35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28DA1-B538-0D26-DC0B-A6CFC3F7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9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01E04-CBC8-42A3-2544-D346868F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B78A8-D955-FD9E-87EE-D38F21C8F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39A7-31EB-E280-0552-E17F012E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C70B9-025E-017F-B06E-A100032A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357FF-3E25-8E2D-5A3F-0CC86B18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1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1CA9-C8D6-2690-EFED-7C2F9903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275B-DC34-719F-0731-06FA78FF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317D9-89ED-5C1A-1F8A-8CF6F8B1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9F170-2966-D545-3F0E-49E4B605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34EC-CBCC-8A24-A7B7-199C2A5E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7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9495-B5CF-0566-3E08-3A32BB29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AE4E-9FB4-A477-B7DF-697F516F0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4079A-3365-4505-B721-910EA3636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1FEE2-19AC-919F-4129-9BAFDF11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3BCE5-4571-D6D3-69AA-C74340DE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98732-6FCE-CDF3-532A-7ACE643C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0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F354-80C5-ABC8-14DC-9418BC7F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D99F3-ADD3-FC19-6058-6E3E61274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81CC4-C44D-4741-847B-39B1C1758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C7CA2-384E-81AF-55F4-88B85B147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6A789-7A2A-D27F-CD45-75D729AA4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1B7CAF-0F2F-342D-52A1-CEAFED0A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D7344-C1FD-BE83-0576-AA83C90F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8C11D-6252-349C-7A86-91986528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F97F-F330-7D97-2988-92DAA39D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20A3E-A805-C47D-0FFB-05F89A5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42AB0-4234-2A18-71DE-2F9FFD93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F85CE-4EDB-92E3-7EF4-DE02F85D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1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D2C029-5800-1B2C-070B-EDBF70D4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5E9A0-464C-F684-27E7-9627168C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0DD9D-6EA1-7FED-4279-9362ABBA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1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CF64-91FA-158D-84F5-61B9C9B9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B91F-3848-57C1-D2D4-E508EC1E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80C8E-F75C-B3B2-7032-B223746E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E8D40-E291-CD25-BFD7-459312AC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F4CD-8B96-533A-B988-2C3DF13E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C3E55-0AFA-EBEE-4854-7927D049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7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EC4C-2F58-31A4-55FA-EA851B1D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EDA24-50B2-4CF0-90AA-46B8EDBD9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A1011-E1B8-94A9-3681-BC49568CB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AB0B0-6D10-E267-5F89-00B0165B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D2E75-41C5-3780-279A-656C6422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B2641-1340-179F-22AB-EE68C85F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4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7287-1576-A0E1-10BD-70DD15CE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BC5CE-4FBA-FE4C-3B6C-08259452C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35107-583A-E556-8F5E-FDB6238E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7A32-32FB-E73F-FABE-68AA6F4B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28019-365A-5DFF-FE8C-EEBB9BC85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1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9E6734-6EEA-565D-3A44-505AFA1DE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8333-AF13-6A21-EE94-4CB9AE10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DBF18-C666-CF90-48DC-476F3F0C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8194-8DA1-72D3-B946-2509E327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7FE1-3D1D-4B49-90E5-6AD0CFAB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1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77711-167B-EDA9-F345-D440748F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47CC3-472C-4D04-0C32-9D3F6E1D1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B699B-16DD-B83D-2885-AC4FDBB7F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FC876-D019-4D13-BA13-17A240CE6DC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0C5C-CB93-DE69-A37A-ADD4B1AB5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85BCA-0A31-6721-38B5-836275B06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A9186-67FE-4573-B281-F6D7EEC81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4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82A36-9930-4A32-FCB1-7D42E9BF0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1633537"/>
            <a:ext cx="93726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5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82B7A-2451-D603-1540-CED6F5C09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743200"/>
            <a:ext cx="7315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3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18BD7-13A0-484C-5C81-D036AE0AA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1133475"/>
            <a:ext cx="107537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2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Goodman</dc:creator>
  <cp:lastModifiedBy>Don Goodman</cp:lastModifiedBy>
  <cp:revision>1</cp:revision>
  <dcterms:created xsi:type="dcterms:W3CDTF">2026-05-18T20:15:03Z</dcterms:created>
  <dcterms:modified xsi:type="dcterms:W3CDTF">2026-05-18T20:15:48Z</dcterms:modified>
</cp:coreProperties>
</file>