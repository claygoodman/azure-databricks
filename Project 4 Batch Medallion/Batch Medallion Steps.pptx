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25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73450-CE4C-8B31-E46D-A56696BF57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1DA11-F4C4-C0AD-1987-446A20BA94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36592-B9B7-8D5D-E564-F5CA428C4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52AA9-86C9-479D-8699-F01F78262C3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ED7E5-77F0-0522-0C53-118E5AA33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27871-1FAC-15A3-D94E-C313FAC3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47C78-DC47-4F63-B1B1-C75032F72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79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48ED5-C090-12F6-E887-5FDC99FA6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F461B-7EAD-BB2E-0964-D91179CA8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6F612-6D0A-075F-AEB5-6C4DC2AB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52AA9-86C9-479D-8699-F01F78262C3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48AD9-0FA1-60B3-A3ED-088C61189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4CF7C-EB24-92BE-8019-2B55807FD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47C78-DC47-4F63-B1B1-C75032F72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757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846FA-FC6B-C801-B51B-8B8E065ED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A2137-0701-E75A-4189-3689C5AE7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122E9-FE04-BCE9-A85E-8B0248211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52AA9-86C9-479D-8699-F01F78262C3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4B4FC-50E9-134F-B0AB-1B28E2BD2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E044A-241B-0933-39FF-ACB269827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47C78-DC47-4F63-B1B1-C75032F72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902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05A14-518B-8173-BB11-98F11AB03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187B1-6C6C-64A5-7C72-0A7261AD82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5B407-9098-A545-94A2-3EA2989A1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95189A-45D8-DA10-886C-1FF627CA4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52AA9-86C9-479D-8699-F01F78262C3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B95322-C551-8BFA-3674-E1E98D333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B2F17-9ED9-5098-6381-800247424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47C78-DC47-4F63-B1B1-C75032F72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692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A542A-ECED-486E-B617-8062D7A49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F350C-F091-1C74-03AB-744C45C43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F0F2D6-1C89-B796-DFED-DAB7B8B52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C044C3-AE30-8F0C-1E07-C7D4F6D9FD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B5CDA6-216D-457B-BC11-2E5E861B27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0E39DB-B664-3AC8-78EC-8AD3DC42F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52AA9-86C9-479D-8699-F01F78262C3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F7E326-71F1-6B87-A8A2-29FE169F9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9BC89E-8829-6724-FF0C-8926A857E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47C78-DC47-4F63-B1B1-C75032F72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720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41955-4010-A9E3-D4F4-78627174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0556B6-3896-519C-7C9B-EEB60A7AE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52AA9-86C9-479D-8699-F01F78262C3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65C457-67F9-C897-3C52-0B4890D51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6A7925-4DD5-D4C5-F65E-A1398E931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47C78-DC47-4F63-B1B1-C75032F72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680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D05E4D-8CF8-7CEE-399C-3D7F28CC3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52AA9-86C9-479D-8699-F01F78262C3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2CB831-A0E5-1A23-5F73-B6BC85945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8D659-60AF-0128-01AC-241172268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47C78-DC47-4F63-B1B1-C75032F72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310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80D48-A2F1-7A57-D90C-98018566C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0B229-9E4B-43E5-C3CC-32EBB83C4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57C7C7-6D9C-DF7E-C874-B9F569B9A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EC1B13-17C3-47D2-9161-8100F4E7C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52AA9-86C9-479D-8699-F01F78262C3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5F6D4-1E3D-3EA0-812F-FA5737A94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2E909-1D57-D3DA-3658-CAC79C80C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47C78-DC47-4F63-B1B1-C75032F72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665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A8AB8-3686-3730-E86C-7F6AA5BE0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5D92DA-BE4B-B984-D3F7-72549BD28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3F3F5-F219-0E26-CA60-9CB959558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5B2380-B57B-22CF-B6E6-C78255FB7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52AA9-86C9-479D-8699-F01F78262C3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2227D1-269E-3CCE-BE7A-52217B3F3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909B4-6FC6-FE7E-2D8C-4F3A2406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47C78-DC47-4F63-B1B1-C75032F72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13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895FE-E1A6-A4A0-C324-D4DF5CA21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75286F-E389-4286-B1F6-21AA4F2A72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65AA4-1F9C-D4D9-3248-D2C9B481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52AA9-86C9-479D-8699-F01F78262C3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102C6-E3A2-6F20-4D67-523302ED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8B238-2388-877B-23DB-FE4D42AB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47C78-DC47-4F63-B1B1-C75032F72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355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867E4A-0139-46D9-19FC-8AA1E42FD2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99947A-DE24-98BE-8594-2E6173B38B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491B0-749B-7E7F-978F-37CA372A6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52AA9-86C9-479D-8699-F01F78262C3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10445-9FAC-8AC0-AB3D-5041467AB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8833A-975C-4F2A-A744-0712ADAE6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47C78-DC47-4F63-B1B1-C75032F72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65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3A6A5-45A2-A3A6-B953-1068A91E2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8F518-8DE0-EF9C-5DDE-3C780DCC8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BB3DA-7D87-6594-9B1D-F7864D5C4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A52AA9-86C9-479D-8699-F01F78262C3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F9D31-66F4-3CE7-DB63-FDD8234DD9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1241B-258B-74E1-B067-D59F34C4E3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247C78-DC47-4F63-B1B1-C75032F72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40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05F1DC-F8B2-B4F6-BD2B-EA0B43583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5" y="1595437"/>
            <a:ext cx="10534650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110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ADE945-F98D-AC99-295F-2A9DC1B38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25" y="1638300"/>
            <a:ext cx="912495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805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798143-119B-0730-1114-A0E37B578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4609"/>
            <a:ext cx="12192000" cy="346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819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CD73F0-95E4-4D7B-DA88-F4410FAE4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09574"/>
            <a:ext cx="12192000" cy="123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928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80A4C9-B698-AEC4-5816-EAC5CC3B1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9934"/>
            <a:ext cx="12192000" cy="2638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672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5C7ED8-2461-6D91-772A-C396D39AC6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212" y="1438275"/>
            <a:ext cx="9553575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874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18F01B-4D4C-3820-7946-A18D95DC5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69758"/>
            <a:ext cx="12192000" cy="131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354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9AE227-82DA-46C4-46AF-B99E23E7DE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1033462"/>
            <a:ext cx="11163300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454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19BE59-D7EC-2402-D48A-921DA478A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50" y="1333500"/>
            <a:ext cx="106299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877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E08C5C-1A71-E93D-C748-AC6A15E4D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476500"/>
            <a:ext cx="112776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767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C2E4F6-FC36-6044-031A-1A3B377A1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912" y="1381125"/>
            <a:ext cx="8258175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7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E693CA-3BC5-5EEA-0180-CC91139856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25" y="1347787"/>
            <a:ext cx="10725150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862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0D239B-4878-3C8A-7C82-4757E5E13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51781"/>
            <a:ext cx="12192000" cy="175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04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E11F40-2EF1-C158-C6F4-ECC52C6A6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50" y="1185862"/>
            <a:ext cx="6972300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30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351DCE-9079-713E-09CC-319C376BE8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425" y="1966912"/>
            <a:ext cx="8439150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639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98A86D-242F-4D77-EC64-ADABA0766C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12" y="2395537"/>
            <a:ext cx="11610975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485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1C2EA8-5EC3-0D06-D2B4-BBEEA9126B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36838"/>
            <a:ext cx="12192000" cy="238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562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A31F6A-E5D4-E479-796A-194F799CBC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7" y="38100"/>
            <a:ext cx="12011025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20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072D95-667E-2BAB-F3F4-113AFA2BF0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1485900"/>
            <a:ext cx="87630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904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 Goodman</dc:creator>
  <cp:lastModifiedBy>Don Goodman</cp:lastModifiedBy>
  <cp:revision>1</cp:revision>
  <dcterms:created xsi:type="dcterms:W3CDTF">2026-05-18T21:53:05Z</dcterms:created>
  <dcterms:modified xsi:type="dcterms:W3CDTF">2026-05-18T21:56:43Z</dcterms:modified>
</cp:coreProperties>
</file>