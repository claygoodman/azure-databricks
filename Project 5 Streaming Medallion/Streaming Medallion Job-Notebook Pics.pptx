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06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A30F4-5D5A-5899-DF57-4329482317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BF24CB-47F5-77B8-895E-EC842B5112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FAEEC-1321-C293-2FA6-AE04D7F56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C022D-27C5-4DFF-A0A8-75EF3314580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BC784-7033-1F6D-1272-DF0382BED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379529-1EED-C6C3-C47D-37F0B9A1A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336D6-37E2-4597-B6A1-B586E7223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4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6EB31-8B73-7B69-5725-203B5B5AC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C7040-67DB-FB49-9F75-8B6D75AAE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54A3C-C293-5A4E-E5EC-05EA10FEB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C022D-27C5-4DFF-A0A8-75EF3314580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6BDE5-175C-EB51-7C85-38E712B2C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4EBC3-A0A0-C63E-D991-4CC934363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336D6-37E2-4597-B6A1-B586E7223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484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811AB-9272-C49C-5E32-90168691A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6F3278-9438-3EF4-7828-893DF2E960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BAC06-B1ED-D020-6DB5-849EBACB1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C022D-27C5-4DFF-A0A8-75EF3314580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3AD9C-26D9-11F2-5C4D-96855F343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C9F59-C3A5-A7C0-18A6-ECABC86C0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336D6-37E2-4597-B6A1-B586E7223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927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187A6-9D61-26CC-9190-854AFC057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D979F-A8FD-F7D4-2BAC-5DA0859186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FEF6C-AABB-CCB0-88A7-656142B311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43E1A4-ACC9-42F0-3018-2DE1812C4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C022D-27C5-4DFF-A0A8-75EF3314580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29D405-D71C-C381-C08F-3E9142837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0B4AC9-99BA-A423-2E69-3B5289B8C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336D6-37E2-4597-B6A1-B586E7223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33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D8691-E841-0BD3-FF5E-B5FCAD606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EC3266-974F-4C90-C292-FED49E926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0C06AE-3AAC-49D3-3769-F55A6DE8AD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74FD31-D7BE-D961-11D7-C92D9A2925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257FAA-623C-5892-4FE3-F0D376B002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765290-1B17-AEB6-1B0C-60A63C864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C022D-27C5-4DFF-A0A8-75EF3314580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85EF4D-2F0F-9829-66B0-C9904D076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9B94A8-742E-027C-BF83-D0CBD7C8E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336D6-37E2-4597-B6A1-B586E7223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190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2E77F-1A59-BFF8-50D4-826F71025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5C08CE-86D6-2611-B30C-7762C952A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C022D-27C5-4DFF-A0A8-75EF3314580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7B5996-1BA2-370A-3BA1-D272574E1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BE5834-9C9F-2E28-2210-1A55A5C27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336D6-37E2-4597-B6A1-B586E7223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713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42C652-9ADB-380D-9875-9758F8DD7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C022D-27C5-4DFF-A0A8-75EF3314580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22D67E-F9BD-1F94-7479-23547017E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2EB3DE-592B-E7E1-5920-8B8896DE0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336D6-37E2-4597-B6A1-B586E7223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144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7C2A7-8554-18B2-BB91-0C8C7953A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1D775-9562-08C9-02D7-7D2C9683E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9B4350-482B-C425-6FE9-42A5F8EDC9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A38582-1035-B49D-705E-EBC0FFD1B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C022D-27C5-4DFF-A0A8-75EF3314580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DD1CA3-542A-09A1-99B0-0CA79B5F2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147D1F-15A5-E46A-C4F3-6F37D32C3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336D6-37E2-4597-B6A1-B586E7223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0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B5A44-67F2-3C81-098F-57DC9DBF2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42E76C-75BD-3FFB-717F-9EF4BE4EFD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F355F2-825E-EE73-7071-52E24DA022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743F82-E1F1-0F54-ADD6-14CC3E294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C022D-27C5-4DFF-A0A8-75EF3314580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1713D6-447E-169F-56B4-78B10DCBF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F61EB7-7E28-3BFB-C082-316B5CCB4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336D6-37E2-4597-B6A1-B586E7223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846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AC206-4967-207E-60F5-F24E08340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EB301C-5BFA-A4AF-3FCA-49FBE036B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4DEA5-CB1E-1078-E9FF-FAE8AF538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C022D-27C5-4DFF-A0A8-75EF3314580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F6EBE-A899-C597-74CC-881A67F34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E7B4C-CE81-A8CF-B3C8-D0C44E9A3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336D6-37E2-4597-B6A1-B586E7223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994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31F98F-52BD-2D07-51B8-9CCF7C8695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4010EB-81DF-BBBC-FC55-1C9B7F676E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118A8-6034-0090-235E-FD362ABF3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C022D-27C5-4DFF-A0A8-75EF3314580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49A407-802F-2988-AF8A-8B2115E81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AA07E-5AA8-1089-5F9B-B2E7319A9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336D6-37E2-4597-B6A1-B586E7223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299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200DD5-E910-2114-56C2-638AF4254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2A4906-D48C-6873-2A7E-039F5F367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EE6CF-414A-A497-6450-9DCD508777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6C022D-27C5-4DFF-A0A8-75EF3314580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9E79B-5929-AEFC-CAEC-ABF91781B1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C8DE67-A4C3-90A1-5B07-9F7A44F9A9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F336D6-37E2-4597-B6A1-B586E7223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175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19BBDC-DD17-A322-AA1A-E21FD239A0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787" y="1357312"/>
            <a:ext cx="10258425" cy="414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470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1CB94B-DCF2-BD7B-D6B5-E020C1BEC4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8362" y="1362075"/>
            <a:ext cx="7915275" cy="413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580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C6175B-798D-B905-7895-519F3322F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350" y="490537"/>
            <a:ext cx="8115300" cy="587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959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3901D5-F38A-88E8-EC39-80812DD8B0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1162" y="647700"/>
            <a:ext cx="8829675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137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2A3616-236C-4228-0E88-023453C21D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125" y="2148840"/>
            <a:ext cx="11437749" cy="256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095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 Goodman</dc:creator>
  <cp:lastModifiedBy>Don Goodman</cp:lastModifiedBy>
  <cp:revision>1</cp:revision>
  <dcterms:created xsi:type="dcterms:W3CDTF">2026-05-19T13:10:14Z</dcterms:created>
  <dcterms:modified xsi:type="dcterms:W3CDTF">2026-05-19T13:11:37Z</dcterms:modified>
</cp:coreProperties>
</file>